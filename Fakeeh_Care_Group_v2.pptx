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Amigo's answer to every Fakeeh challenge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Each AI agent is purpose-built to solve a specific operational or clinical pain point identified at Fakeeh.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Lost Revenue &amp; Unfilled Schedules — AI reactivates dormant patients, fills gaps, and books appointments without front-desk involvement.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Explosive Volume Growth — cuts no-shows by 50% and absorbs 1.89M+ annual patients without adding headcount.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Costs &amp; Inefficiency — eliminates 2 hrs of admin waste per patient hour; routes to the right specialty in seconds.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Multilingual 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Multi-Language Population — delivers pre-visit prep in Arabic, English, Urdu, Tagalog, Hindi and 100+ languages.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Turnover &amp; Burnout — arms 900+ Fakeeh doctors with AI clinical decision support, cutting cognitive load and reducing 43% burnout rate.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Patient Drop-Off &amp; Referral Leakage — automated follow-ups capture the $15K LTV lost per drop-off and close referral loops.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24/7 Chronic Disease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Chronic Disease Management — continuous engagement for high-volume chronic patients across 50+ specialties without consuming provider bandwidth.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Home Health AI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Home Healthcare Coordination &amp; Readmission Risk — remote monitoring across 6 cities with proactive flagging of at-risk patients.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patient,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chronic care journey at Fakeeh University Hospital, Dubai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Onboarding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slot Thursday at Fakeeh.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Overdue visit flagged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Outbound appt. booked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Insurance verified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tomorrow. Any new symptoms for Dr. Al-Rashidi? Here's what to bring..."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Intake completed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Appt. reminder sent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Patient prep info shared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reviews Ahmed's full history, flagged care gaps, and new HbA1c concerns before entering.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Provider fully briefed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Copilot ensures nothing missed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Personalized session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manageable! Dr. Al-Rashidi has started you on adjusted Metformin. Dietitian booked."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Lab results in plain Arabic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Metformin Rx drafted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Dietitian referred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 hit your 8,000 steps goal yesterday! How's the new Metformin dose feeling? Any stomach issues?"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Key Touchpoints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24/7 health coaching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Progress check-ins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Medication adherence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476250" y="1333500"/>
            <a:ext cx="2571900" cy="1095300"/>
            <a:chOff x="0" y="0"/>
            <a:chExt cx="2571900" cy="1095300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286125" y="1333500"/>
            <a:ext cx="2571900" cy="1095300"/>
            <a:chOff x="0" y="0"/>
            <a:chExt cx="2571900" cy="1095300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6096000" y="1333500"/>
            <a:ext cx="2571900" cy="1095300"/>
            <a:chOff x="0" y="0"/>
            <a:chExt cx="2571900" cy="1095300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476250" y="2619375"/>
            <a:ext cx="2571900" cy="1095300"/>
            <a:chOff x="0" y="0"/>
            <a:chExt cx="2571900" cy="10953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3286125" y="2619375"/>
            <a:ext cx="2571900" cy="1095300"/>
            <a:chOff x="0" y="0"/>
            <a:chExt cx="2571900" cy="10953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6096000" y="2619375"/>
            <a:ext cx="2571900" cy="1095300"/>
            <a:chOff x="0" y="0"/>
            <a:chExt cx="2571900" cy="1095300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571900" cy="1095300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8100" cy="1095300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42875" y="114300"/>
              <a:ext cx="22860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Fakeeh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